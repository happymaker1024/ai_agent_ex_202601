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4660"/>
  </p:normalViewPr>
  <p:slideViewPr>
    <p:cSldViewPr snapToGrid="0">
      <p:cViewPr varScale="1">
        <p:scale>
          <a:sx n="77" d="100"/>
          <a:sy n="77" d="100"/>
        </p:scale>
        <p:origin x="42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3BC4B4-73DB-85DE-ECBA-3903D08845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19FAB9-6626-D9D6-B20C-4BE70E195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99EBCC-DA36-AEEE-DB8A-EF1654994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FCC47-94F7-4F07-959D-AD5A2CDDD26C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F4ECA9-3014-CE07-7EBE-F48F57C42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88DE27-28A3-BA1D-F8DD-315DF6255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7ACD7-1AEB-4A03-B0BD-ABAC730B6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937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2C5245-43E1-85FF-EBD5-53CF2E420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147AEB-920B-D4C7-6E73-8E368E7F3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A3AFA8-82B0-36DF-E920-424CA7DC3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FCC47-94F7-4F07-959D-AD5A2CDDD26C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43E286-9902-AA9C-AD55-97AD6AD1B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D96B6B-D0FB-A187-CEE0-90F0043D2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7ACD7-1AEB-4A03-B0BD-ABAC730B6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015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FD0B87-9940-F0FF-448E-19F9B80F8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C39EA0-AC2C-BA9C-54EE-9ED74B39D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6CB2C6-89D7-EB33-58F9-802685376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FCC47-94F7-4F07-959D-AD5A2CDDD26C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5C1C5C-F9BC-EFBD-1519-A896FF60C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41AEE9-CF41-B379-F602-804542CD9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7ACD7-1AEB-4A03-B0BD-ABAC730B6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389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412F21-BD97-97F0-DD40-7FAD2FEFB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AF62FE-92E4-D8F3-14FD-613A32BD8A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140889-E7B3-5052-905F-AA544BA4E5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B53D7D-3E4A-74C2-EB72-C5A0D60E3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FCC47-94F7-4F07-959D-AD5A2CDDD26C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F2111C-A50A-4DAE-929C-2F7B9A1E2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55A805-FA81-642D-F087-8B5B60DD9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7ACD7-1AEB-4A03-B0BD-ABAC730B6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0889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002560-47E5-3F95-18BB-F12806F42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B40B37-320D-5674-00BE-1CF118764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975A4C-136F-34CC-E117-F377C7B610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C8A9A8E-26A5-5D95-BE6C-E93F5E1503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567A1F7-74BB-5A86-EAEB-D5A61F6105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5381734-6BEA-B8B2-9176-052AFDF22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FCC47-94F7-4F07-959D-AD5A2CDDD26C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3DD5610-78CA-DE66-EC0E-83A314C34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A9AD85B-A501-8623-6C3F-41254AFD1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7ACD7-1AEB-4A03-B0BD-ABAC730B6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8054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7EFE43-35FC-337F-F4E7-F27B262E5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FE715DD-E64F-A3F5-7B75-8F55D34EA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FCC47-94F7-4F07-959D-AD5A2CDDD26C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81ED9B1-AC73-A2BF-8DE1-CA9C28DD8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6330B9E-54F0-C33C-4E1D-B2E177EA2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7ACD7-1AEB-4A03-B0BD-ABAC730B6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168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A36200E-F4B3-1694-9279-FBE326F40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FCC47-94F7-4F07-959D-AD5A2CDDD26C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CFCC269-3BD8-C982-2B9A-93BF3F09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00D8E9-9E64-EA45-1801-2B969F06D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7ACD7-1AEB-4A03-B0BD-ABAC730B6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0828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055C55-B0D3-B1DB-97E9-D5B4D3C59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3F017C-5F55-6963-5AB2-CA86D4122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6F294BA-B474-DDD7-BB0B-8609F1DD8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A1DA74-B0AE-7354-62F5-971AEE678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FCC47-94F7-4F07-959D-AD5A2CDDD26C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E2089F-AFB4-EF48-0316-A28001BB2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0DB0B7-B846-CE0B-9FD6-0012EFD67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7ACD7-1AEB-4A03-B0BD-ABAC730B6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7094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AE3096-EAB7-6AD9-ADB4-E1AF5EB88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A7497FA-B706-EB5F-48BA-E447410262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E08AF0-A5D3-56CE-09A9-C0093CF7E7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7F6448-EAFD-8537-7C18-DFCFD6C8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FCC47-94F7-4F07-959D-AD5A2CDDD26C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3E3CD3-0357-9193-D6EA-015AE047A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0AAE88-10AE-9241-C7BA-DE197E8A5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7ACD7-1AEB-4A03-B0BD-ABAC730B6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267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36B8A-2BFD-B969-0434-528C1E6E5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90D452E-A80A-ECCD-C055-74712D0A5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606F53-AD6E-085C-22E0-2FC7647AD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FCC47-94F7-4F07-959D-AD5A2CDDD26C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7D850E-22FA-3F31-4979-F71FE5E69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B8E90C-AC63-4F8E-2915-80AD9BDC8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7ACD7-1AEB-4A03-B0BD-ABAC730B6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3673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AE9629F-1564-85D9-A090-D8C78FB5B3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6C9C645-924A-C04F-63D6-71F030EB9B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829AFE-389F-EDE0-3993-5BA887A20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FCC47-94F7-4F07-959D-AD5A2CDDD26C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A58D17-3FA1-77AD-8816-3CD0C282C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141263-C376-4F0B-A1A5-DFFC9F5BA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7ACD7-1AEB-4A03-B0BD-ABAC730B6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0543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6012BE2-EBD7-396A-DC6E-70973E035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806991-6475-DD78-B70C-E146DEEA2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D8F358-FD7D-9DF0-AC42-FCEDB5CF55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1FCC47-94F7-4F07-959D-AD5A2CDDD26C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DC23DF-86F0-FB69-6CA7-348697DE1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02EAA6-7BDB-E9CC-6EE4-5EBE2FF4AA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17ACD7-1AEB-4A03-B0BD-ABAC730B6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0761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B85274-1E0E-9BCE-4F8C-99476CF564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A21EC4E-6EB1-9C9D-0919-23547586C0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7028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F792D6F-E1AE-BC27-5A94-97EB40A3E3C2}"/>
              </a:ext>
            </a:extLst>
          </p:cNvPr>
          <p:cNvSpPr/>
          <p:nvPr/>
        </p:nvSpPr>
        <p:spPr>
          <a:xfrm>
            <a:off x="7513982" y="1704560"/>
            <a:ext cx="1509091" cy="7752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레포팅</a:t>
            </a:r>
            <a:r>
              <a:rPr lang="ko-KR" altLang="en-US" dirty="0">
                <a:solidFill>
                  <a:schemeClr val="tx1"/>
                </a:solidFill>
              </a:rPr>
              <a:t> 요청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9DF6DB7-44FA-91C0-F85F-9C49F449BBE9}"/>
              </a:ext>
            </a:extLst>
          </p:cNvPr>
          <p:cNvSpPr/>
          <p:nvPr/>
        </p:nvSpPr>
        <p:spPr>
          <a:xfrm>
            <a:off x="3168926" y="566530"/>
            <a:ext cx="5854148" cy="8746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solidFill>
                  <a:schemeClr val="tx1"/>
                </a:solidFill>
              </a:rPr>
              <a:t>국내 상장사 투자 </a:t>
            </a:r>
            <a:r>
              <a:rPr lang="ko-KR" altLang="en-US" sz="2400" b="1" dirty="0" err="1">
                <a:solidFill>
                  <a:schemeClr val="tx1"/>
                </a:solidFill>
              </a:rPr>
              <a:t>레포팅</a:t>
            </a:r>
            <a:r>
              <a:rPr lang="ko-KR" altLang="en-US" sz="2400" b="1" dirty="0">
                <a:solidFill>
                  <a:schemeClr val="tx1"/>
                </a:solidFill>
              </a:rPr>
              <a:t> </a:t>
            </a:r>
            <a:r>
              <a:rPr lang="en-US" altLang="ko-KR" sz="2400" b="1" dirty="0">
                <a:solidFill>
                  <a:schemeClr val="tx1"/>
                </a:solidFill>
              </a:rPr>
              <a:t>Agent</a:t>
            </a:r>
            <a:endParaRPr lang="ko-KR" altLang="en-US" sz="2400" b="1" dirty="0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6841637-E05D-FD2E-F108-CDFF5097C338}"/>
              </a:ext>
            </a:extLst>
          </p:cNvPr>
          <p:cNvSpPr/>
          <p:nvPr/>
        </p:nvSpPr>
        <p:spPr>
          <a:xfrm>
            <a:off x="3646005" y="1704560"/>
            <a:ext cx="3758648" cy="775251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/>
              <a:t>삼성전자</a:t>
            </a:r>
          </a:p>
        </p:txBody>
      </p:sp>
      <p:sp>
        <p:nvSpPr>
          <p:cNvPr id="5" name="이등변 삼각형 4">
            <a:extLst>
              <a:ext uri="{FF2B5EF4-FFF2-40B4-BE49-F238E27FC236}">
                <a16:creationId xmlns:a16="http://schemas.microsoft.com/office/drawing/2014/main" id="{A7AA6E19-865F-F4A2-79A2-13950570512C}"/>
              </a:ext>
            </a:extLst>
          </p:cNvPr>
          <p:cNvSpPr/>
          <p:nvPr/>
        </p:nvSpPr>
        <p:spPr>
          <a:xfrm flipV="1">
            <a:off x="6818245" y="1958006"/>
            <a:ext cx="367747" cy="268357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AB2C25-DA43-182F-2330-E418A36E0AA0}"/>
              </a:ext>
            </a:extLst>
          </p:cNvPr>
          <p:cNvSpPr txBox="1"/>
          <p:nvPr/>
        </p:nvSpPr>
        <p:spPr>
          <a:xfrm>
            <a:off x="3557613" y="2663683"/>
            <a:ext cx="4256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종목을 선택하고 </a:t>
            </a:r>
            <a:r>
              <a:rPr lang="ko-KR" altLang="en-US" dirty="0" err="1"/>
              <a:t>레포팅</a:t>
            </a:r>
            <a:r>
              <a:rPr lang="ko-KR" altLang="en-US" dirty="0"/>
              <a:t> 요청을 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7014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4285DA2-FD40-2B16-854E-C143E607B288}"/>
              </a:ext>
            </a:extLst>
          </p:cNvPr>
          <p:cNvSpPr/>
          <p:nvPr/>
        </p:nvSpPr>
        <p:spPr>
          <a:xfrm>
            <a:off x="2117036" y="561566"/>
            <a:ext cx="1282148" cy="8746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웹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8925E30-A1B2-5997-8944-1358E3EE0962}"/>
              </a:ext>
            </a:extLst>
          </p:cNvPr>
          <p:cNvSpPr/>
          <p:nvPr/>
        </p:nvSpPr>
        <p:spPr>
          <a:xfrm>
            <a:off x="1421297" y="1868556"/>
            <a:ext cx="2673626" cy="8746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AI Agent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특정 회사 정보 수집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B5B39AC-F4F9-A729-DD7C-09F9EB5A7C45}"/>
              </a:ext>
            </a:extLst>
          </p:cNvPr>
          <p:cNvSpPr/>
          <p:nvPr/>
        </p:nvSpPr>
        <p:spPr>
          <a:xfrm>
            <a:off x="1421297" y="3021496"/>
            <a:ext cx="2673626" cy="8746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AI Agent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분석 진행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683F946-69AA-4D39-BDCD-6AED71799EDD}"/>
              </a:ext>
            </a:extLst>
          </p:cNvPr>
          <p:cNvSpPr/>
          <p:nvPr/>
        </p:nvSpPr>
        <p:spPr>
          <a:xfrm>
            <a:off x="5476460" y="894521"/>
            <a:ext cx="2117035" cy="8746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주가 정보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가져오기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DA9E156-99CB-14D9-DF5F-AD1F3638CA9B}"/>
              </a:ext>
            </a:extLst>
          </p:cNvPr>
          <p:cNvSpPr/>
          <p:nvPr/>
        </p:nvSpPr>
        <p:spPr>
          <a:xfrm>
            <a:off x="5476459" y="1932369"/>
            <a:ext cx="2117035" cy="8746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재무재표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가져오기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D5CB090-9438-E0C2-3543-268A00CCE4CA}"/>
              </a:ext>
            </a:extLst>
          </p:cNvPr>
          <p:cNvSpPr/>
          <p:nvPr/>
        </p:nvSpPr>
        <p:spPr>
          <a:xfrm>
            <a:off x="5479773" y="3046338"/>
            <a:ext cx="2117035" cy="8746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위험정보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5551CF-E09A-7D7F-18FC-8CDB9D705E09}"/>
              </a:ext>
            </a:extLst>
          </p:cNvPr>
          <p:cNvSpPr txBox="1"/>
          <p:nvPr/>
        </p:nvSpPr>
        <p:spPr>
          <a:xfrm>
            <a:off x="7742582" y="2191376"/>
            <a:ext cx="1953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FinenanceReader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7F5E4A9-EA1A-5AC9-22A0-C6E56FEE70E9}"/>
              </a:ext>
            </a:extLst>
          </p:cNvPr>
          <p:cNvSpPr/>
          <p:nvPr/>
        </p:nvSpPr>
        <p:spPr>
          <a:xfrm>
            <a:off x="1421297" y="4219167"/>
            <a:ext cx="2673626" cy="8746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웹에 결과 </a:t>
            </a:r>
            <a:r>
              <a:rPr lang="ko-KR" altLang="en-US" dirty="0" err="1">
                <a:solidFill>
                  <a:schemeClr val="tx1"/>
                </a:solidFill>
              </a:rPr>
              <a:t>레포트</a:t>
            </a:r>
            <a:r>
              <a:rPr lang="ko-KR" altLang="en-US" dirty="0">
                <a:solidFill>
                  <a:schemeClr val="tx1"/>
                </a:solidFill>
              </a:rPr>
              <a:t> 출력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96400A3-787C-4000-D991-C479CFD00939}"/>
              </a:ext>
            </a:extLst>
          </p:cNvPr>
          <p:cNvSpPr/>
          <p:nvPr/>
        </p:nvSpPr>
        <p:spPr>
          <a:xfrm>
            <a:off x="1421297" y="5421791"/>
            <a:ext cx="2673626" cy="8746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Gmail </a:t>
            </a:r>
            <a:r>
              <a:rPr lang="ko-KR" altLang="en-US" dirty="0">
                <a:solidFill>
                  <a:schemeClr val="tx1"/>
                </a:solidFill>
              </a:rPr>
              <a:t>알람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A41B8965-5AE0-0669-4EDD-176A0246F91E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2758110" y="1436209"/>
            <a:ext cx="0" cy="4472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62CD721-7936-2710-F394-B63006047F0B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2758110" y="2728296"/>
            <a:ext cx="0" cy="293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F1D9DFD6-360A-E954-FEB4-3B909EDEEE79}"/>
              </a:ext>
            </a:extLst>
          </p:cNvPr>
          <p:cNvCxnSpPr>
            <a:cxnSpLocks/>
          </p:cNvCxnSpPr>
          <p:nvPr/>
        </p:nvCxnSpPr>
        <p:spPr>
          <a:xfrm>
            <a:off x="2758110" y="3925967"/>
            <a:ext cx="0" cy="293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75949702-D169-165F-8E90-F61D93674CD7}"/>
              </a:ext>
            </a:extLst>
          </p:cNvPr>
          <p:cNvCxnSpPr>
            <a:cxnSpLocks/>
          </p:cNvCxnSpPr>
          <p:nvPr/>
        </p:nvCxnSpPr>
        <p:spPr>
          <a:xfrm>
            <a:off x="2758110" y="5128591"/>
            <a:ext cx="0" cy="293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BBA4DEF-D613-6219-037A-531FC8CF7F19}"/>
              </a:ext>
            </a:extLst>
          </p:cNvPr>
          <p:cNvGrpSpPr/>
          <p:nvPr/>
        </p:nvGrpSpPr>
        <p:grpSpPr>
          <a:xfrm>
            <a:off x="4835386" y="1331843"/>
            <a:ext cx="641073" cy="2097155"/>
            <a:chOff x="4835386" y="1331843"/>
            <a:chExt cx="641073" cy="2380418"/>
          </a:xfrm>
        </p:grpSpPr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4998A419-81B0-0F05-8299-425AA09A6E07}"/>
                </a:ext>
              </a:extLst>
            </p:cNvPr>
            <p:cNvCxnSpPr/>
            <p:nvPr/>
          </p:nvCxnSpPr>
          <p:spPr>
            <a:xfrm>
              <a:off x="4835386" y="2437440"/>
              <a:ext cx="64107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FEC97641-B7D4-EDB5-222E-6C4CB98B01CB}"/>
                </a:ext>
              </a:extLst>
            </p:cNvPr>
            <p:cNvCxnSpPr>
              <a:cxnSpLocks/>
            </p:cNvCxnSpPr>
            <p:nvPr/>
          </p:nvCxnSpPr>
          <p:spPr>
            <a:xfrm>
              <a:off x="4835386" y="1331843"/>
              <a:ext cx="64107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EC3F22DB-218D-49F2-BEAA-9A2219121234}"/>
                </a:ext>
              </a:extLst>
            </p:cNvPr>
            <p:cNvCxnSpPr/>
            <p:nvPr/>
          </p:nvCxnSpPr>
          <p:spPr>
            <a:xfrm>
              <a:off x="4835386" y="3712261"/>
              <a:ext cx="64107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B83CE071-859E-E53F-998E-2127B2CFB87A}"/>
                </a:ext>
              </a:extLst>
            </p:cNvPr>
            <p:cNvCxnSpPr/>
            <p:nvPr/>
          </p:nvCxnSpPr>
          <p:spPr>
            <a:xfrm>
              <a:off x="4835386" y="1331843"/>
              <a:ext cx="0" cy="23704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951E952-3291-96AE-8D63-1766137F939D}"/>
              </a:ext>
            </a:extLst>
          </p:cNvPr>
          <p:cNvCxnSpPr>
            <a:stCxn id="3" idx="3"/>
          </p:cNvCxnSpPr>
          <p:nvPr/>
        </p:nvCxnSpPr>
        <p:spPr>
          <a:xfrm flipV="1">
            <a:off x="4094923" y="2305877"/>
            <a:ext cx="740463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418CDD5-20DF-D8A7-41C4-EB5E0981C8B7}"/>
              </a:ext>
            </a:extLst>
          </p:cNvPr>
          <p:cNvSpPr txBox="1"/>
          <p:nvPr/>
        </p:nvSpPr>
        <p:spPr>
          <a:xfrm>
            <a:off x="7742582" y="329899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인터넷</a:t>
            </a:r>
          </a:p>
        </p:txBody>
      </p:sp>
    </p:spTree>
    <p:extLst>
      <p:ext uri="{BB962C8B-B14F-4D97-AF65-F5344CB8AC3E}">
        <p14:creationId xmlns:p14="http://schemas.microsoft.com/office/powerpoint/2010/main" val="3914439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42</Words>
  <Application>Microsoft Office PowerPoint</Application>
  <PresentationFormat>와이드스크린</PresentationFormat>
  <Paragraphs>18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김경하</dc:creator>
  <cp:lastModifiedBy>김경하</cp:lastModifiedBy>
  <cp:revision>3</cp:revision>
  <dcterms:created xsi:type="dcterms:W3CDTF">2026-01-29T07:15:12Z</dcterms:created>
  <dcterms:modified xsi:type="dcterms:W3CDTF">2026-02-01T07:19:20Z</dcterms:modified>
</cp:coreProperties>
</file>