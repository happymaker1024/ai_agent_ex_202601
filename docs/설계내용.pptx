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98" autoAdjust="0"/>
    <p:restoredTop sz="94660"/>
  </p:normalViewPr>
  <p:slideViewPr>
    <p:cSldViewPr snapToGrid="0">
      <p:cViewPr varScale="1">
        <p:scale>
          <a:sx n="77" d="100"/>
          <a:sy n="77" d="100"/>
        </p:scale>
        <p:origin x="422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F3BC4B4-73DB-85DE-ECBA-3903D08845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119FAB9-6626-D9D6-B20C-4BE70E1957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199EBCC-DA36-AEEE-DB8A-EF1654994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FCC47-94F7-4F07-959D-AD5A2CDDD26C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AF4ECA9-3014-CE07-7EBE-F48F57C421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488DE27-28A3-BA1D-F8DD-315DF6255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17ACD7-1AEB-4A03-B0BD-ABAC730B606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9374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2C5245-43E1-85FF-EBD5-53CF2E4207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3147AEB-920B-D4C7-6E73-8E368E7F38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0A3AFA8-82B0-36DF-E920-424CA7DC3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FCC47-94F7-4F07-959D-AD5A2CDDD26C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343E286-9902-AA9C-AD55-97AD6AD1B3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6D96B6B-D0FB-A187-CEE0-90F0043D2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17ACD7-1AEB-4A03-B0BD-ABAC730B606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290158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CFD0B87-9940-F0FF-448E-19F9B80F83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3C39EA0-AC2C-BA9C-54EE-9ED74B39D5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46CB2C6-89D7-EB33-58F9-8026853769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FCC47-94F7-4F07-959D-AD5A2CDDD26C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55C1C5C-F9BC-EFBD-1519-A896FF60C8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241AEE9-CF41-B379-F602-804542CD9C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17ACD7-1AEB-4A03-B0BD-ABAC730B606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53890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412F21-BD97-97F0-DD40-7FAD2FEFB5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AF62FE-92E4-D8F3-14FD-613A32BD8A1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140889-E7B3-5052-905F-AA544BA4E5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9B53D7D-3E4A-74C2-EB72-C5A0D60E38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FCC47-94F7-4F07-959D-AD5A2CDDD26C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6F2111C-A50A-4DAE-929C-2F7B9A1E2C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E55A805-FA81-642D-F087-8B5B60DD90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17ACD7-1AEB-4A03-B0BD-ABAC730B606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08899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002560-47E5-3F95-18BB-F12806F421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2B40B37-320D-5674-00BE-1CF118764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0975A4C-136F-34CC-E117-F377C7B610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C8A9A8E-26A5-5D95-BE6C-E93F5E1503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7567A1F7-74BB-5A86-EAEB-D5A61F61057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5381734-6BEA-B8B2-9176-052AFDF22F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FCC47-94F7-4F07-959D-AD5A2CDDD26C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A3DD5610-78CA-DE66-EC0E-83A314C341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EA9AD85B-A501-8623-6C3F-41254AFD14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17ACD7-1AEB-4A03-B0BD-ABAC730B606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80546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27EFE43-35FC-337F-F4E7-F27B262E5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5FE715DD-E64F-A3F5-7B75-8F55D34EA5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FCC47-94F7-4F07-959D-AD5A2CDDD26C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81ED9B1-AC73-A2BF-8DE1-CA9C28DD8E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6330B9E-54F0-C33C-4E1D-B2E177EA2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17ACD7-1AEB-4A03-B0BD-ABAC730B606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91688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9A36200E-F4B3-1694-9279-FBE326F409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FCC47-94F7-4F07-959D-AD5A2CDDD26C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8CFCC269-3BD8-C982-2B9A-93BF3F0926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100D8E9-9E64-EA45-1801-2B969F06D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17ACD7-1AEB-4A03-B0BD-ABAC730B606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08289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055C55-B0D3-B1DB-97E9-D5B4D3C595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53F017C-5F55-6963-5AB2-CA86D4122E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6F294BA-B474-DDD7-BB0B-8609F1DD8D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AA1DA74-B0AE-7354-62F5-971AEE6785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FCC47-94F7-4F07-959D-AD5A2CDDD26C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AE2089F-AFB4-EF48-0316-A28001BB23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10DB0B7-B846-CE0B-9FD6-0012EFD671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17ACD7-1AEB-4A03-B0BD-ABAC730B606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770947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AE3096-EAB7-6AD9-ADB4-E1AF5EB887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A7497FA-B706-EB5F-48BA-E447410262B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BE08AF0-A5D3-56CE-09A9-C0093CF7E7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7F6448-EAFD-8537-7C18-DFCFD6C8C9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FCC47-94F7-4F07-959D-AD5A2CDDD26C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33E3CD3-0357-9193-D6EA-015AE047AD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90AAE88-10AE-9241-C7BA-DE197E8A52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17ACD7-1AEB-4A03-B0BD-ABAC730B606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2672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236B8A-2BFD-B969-0434-528C1E6E50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90D452E-A80A-ECCD-C055-74712D0A5D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E606F53-AD6E-085C-22E0-2FC7647AD7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FCC47-94F7-4F07-959D-AD5A2CDDD26C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37D850E-22FA-3F31-4979-F71FE5E69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AB8E90C-AC63-4F8E-2915-80AD9BDC8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17ACD7-1AEB-4A03-B0BD-ABAC730B606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36737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BAE9629F-1564-85D9-A090-D8C78FB5B3C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6C9C645-924A-C04F-63D6-71F030EB9BA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E829AFE-389F-EDE0-3993-5BA887A20F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FCC47-94F7-4F07-959D-AD5A2CDDD26C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FA58D17-3FA1-77AD-8816-3CD0C282C9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A141263-C376-4F0B-A1A5-DFFC9F5BA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17ACD7-1AEB-4A03-B0BD-ABAC730B606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05437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6012BE2-EBD7-396A-DC6E-70973E035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4806991-6475-DD78-B70C-E146DEEA23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5D8F358-FD7D-9DF0-AC42-FCEDB5CF55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21FCC47-94F7-4F07-959D-AD5A2CDDD26C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EDC23DF-86F0-FB69-6CA7-348697DE18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802EAA6-7BDB-E9CC-6EE4-5EBE2FF4AA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A17ACD7-1AEB-4A03-B0BD-ABAC730B606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907610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B85274-1E0E-9BCE-4F8C-99476CF564E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A21EC4E-6EB1-9C9D-0919-23547586C0E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70281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0F792D6F-E1AE-BC27-5A94-97EB40A3E3C2}"/>
              </a:ext>
            </a:extLst>
          </p:cNvPr>
          <p:cNvSpPr/>
          <p:nvPr/>
        </p:nvSpPr>
        <p:spPr>
          <a:xfrm>
            <a:off x="7513982" y="1704560"/>
            <a:ext cx="1509091" cy="7752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레포팅</a:t>
            </a:r>
            <a:r>
              <a:rPr lang="ko-KR" altLang="en-US" dirty="0">
                <a:solidFill>
                  <a:schemeClr val="tx1"/>
                </a:solidFill>
              </a:rPr>
              <a:t> 요청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9DF6DB7-44FA-91C0-F85F-9C49F449BBE9}"/>
              </a:ext>
            </a:extLst>
          </p:cNvPr>
          <p:cNvSpPr/>
          <p:nvPr/>
        </p:nvSpPr>
        <p:spPr>
          <a:xfrm>
            <a:off x="3168926" y="566530"/>
            <a:ext cx="5854148" cy="87464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>
                <a:solidFill>
                  <a:schemeClr val="tx1"/>
                </a:solidFill>
              </a:rPr>
              <a:t>국내 상장사 투자 </a:t>
            </a:r>
            <a:r>
              <a:rPr lang="ko-KR" altLang="en-US" sz="2400" b="1" dirty="0" err="1">
                <a:solidFill>
                  <a:schemeClr val="tx1"/>
                </a:solidFill>
              </a:rPr>
              <a:t>레포팅</a:t>
            </a:r>
            <a:r>
              <a:rPr lang="ko-KR" altLang="en-US" sz="2400" b="1" dirty="0">
                <a:solidFill>
                  <a:schemeClr val="tx1"/>
                </a:solidFill>
              </a:rPr>
              <a:t> </a:t>
            </a:r>
            <a:r>
              <a:rPr lang="en-US" altLang="ko-KR" sz="2400" b="1" dirty="0">
                <a:solidFill>
                  <a:schemeClr val="tx1"/>
                </a:solidFill>
              </a:rPr>
              <a:t>Agent</a:t>
            </a:r>
            <a:endParaRPr lang="ko-KR" altLang="en-US" sz="2400" b="1" dirty="0">
              <a:solidFill>
                <a:schemeClr val="tx1"/>
              </a:solidFill>
            </a:endParaRP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E6841637-E05D-FD2E-F108-CDFF5097C338}"/>
              </a:ext>
            </a:extLst>
          </p:cNvPr>
          <p:cNvSpPr/>
          <p:nvPr/>
        </p:nvSpPr>
        <p:spPr>
          <a:xfrm>
            <a:off x="3646005" y="1704560"/>
            <a:ext cx="3758648" cy="775251"/>
          </a:xfrm>
          <a:prstGeom prst="round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dirty="0"/>
              <a:t>삼성전자</a:t>
            </a:r>
          </a:p>
        </p:txBody>
      </p:sp>
      <p:sp>
        <p:nvSpPr>
          <p:cNvPr id="5" name="이등변 삼각형 4">
            <a:extLst>
              <a:ext uri="{FF2B5EF4-FFF2-40B4-BE49-F238E27FC236}">
                <a16:creationId xmlns:a16="http://schemas.microsoft.com/office/drawing/2014/main" id="{A7AA6E19-865F-F4A2-79A2-13950570512C}"/>
              </a:ext>
            </a:extLst>
          </p:cNvPr>
          <p:cNvSpPr/>
          <p:nvPr/>
        </p:nvSpPr>
        <p:spPr>
          <a:xfrm flipV="1">
            <a:off x="6818245" y="1958006"/>
            <a:ext cx="367747" cy="268357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8AB2C25-DA43-182F-2330-E418A36E0AA0}"/>
              </a:ext>
            </a:extLst>
          </p:cNvPr>
          <p:cNvSpPr txBox="1"/>
          <p:nvPr/>
        </p:nvSpPr>
        <p:spPr>
          <a:xfrm>
            <a:off x="3557613" y="2663683"/>
            <a:ext cx="42562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종목을 선택하고 </a:t>
            </a:r>
            <a:r>
              <a:rPr lang="ko-KR" altLang="en-US" dirty="0" err="1"/>
              <a:t>레포팅</a:t>
            </a:r>
            <a:r>
              <a:rPr lang="ko-KR" altLang="en-US" dirty="0"/>
              <a:t> 요청을 하세요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870144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</TotalTime>
  <Words>14</Words>
  <Application>Microsoft Office PowerPoint</Application>
  <PresentationFormat>와이드스크린</PresentationFormat>
  <Paragraphs>4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5" baseType="lpstr">
      <vt:lpstr>맑은 고딕</vt:lpstr>
      <vt:lpstr>Arial</vt:lpstr>
      <vt:lpstr>Office 테마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김경하</dc:creator>
  <cp:lastModifiedBy>김경하</cp:lastModifiedBy>
  <cp:revision>2</cp:revision>
  <dcterms:created xsi:type="dcterms:W3CDTF">2026-01-29T07:15:12Z</dcterms:created>
  <dcterms:modified xsi:type="dcterms:W3CDTF">2026-01-29T08:28:03Z</dcterms:modified>
</cp:coreProperties>
</file>